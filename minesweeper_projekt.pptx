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4630400" cy="8229600"/>
  <p:notesSz cx="8229600" cy="146304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DM Sans" pitchFamily="2" charset="-18"/>
      <p:regular r:id="rId13"/>
    </p:embeddedFont>
    <p:embeddedFont>
      <p:font typeface="PT Serif" panose="020A0603040505020204" pitchFamily="18" charset="-18"/>
      <p:regular r:id="rId14"/>
    </p:embeddedFont>
  </p:embeddedFontLst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7846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2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12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2846784"/>
            <a:ext cx="6228159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Minesweeper (PyGame)</a:t>
            </a:r>
            <a:endParaRPr lang="en-US" sz="4650" dirty="0"/>
          </a:p>
        </p:txBody>
      </p:sp>
      <p:sp>
        <p:nvSpPr>
          <p:cNvPr id="4" name="Text 1"/>
          <p:cNvSpPr/>
          <p:nvPr/>
        </p:nvSpPr>
        <p:spPr>
          <a:xfrm>
            <a:off x="6280190" y="3931206"/>
            <a:ext cx="7556421" cy="1008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Logická hra vytvorená v jazyku Python s použitím knižnice PyGame. Cieľom je odkryť všetky bezpečné políčka bez kliknutia na </a:t>
            </a:r>
            <a:r>
              <a:rPr lang="en-US" sz="1750" dirty="0" err="1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mínu</a:t>
            </a: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750" dirty="0"/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BF4597E4-EB96-9AE7-6A2C-29DC0A6AD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  <p:pic>
        <p:nvPicPr>
          <p:cNvPr id="9" name="Obrázok 8">
            <a:extLst>
              <a:ext uri="{FF2B5EF4-FFF2-40B4-BE49-F238E27FC236}">
                <a16:creationId xmlns:a16="http://schemas.microsoft.com/office/drawing/2014/main" id="{2A25B1D5-978D-C465-BD6E-0883366AB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629150" cy="8229600"/>
          </a:xfrm>
          <a:prstGeom prst="rect">
            <a:avLst/>
          </a:prstGeom>
        </p:spPr>
      </p:pic>
      <p:sp>
        <p:nvSpPr>
          <p:cNvPr id="10" name="BlokTextu 9">
            <a:extLst>
              <a:ext uri="{FF2B5EF4-FFF2-40B4-BE49-F238E27FC236}">
                <a16:creationId xmlns:a16="http://schemas.microsoft.com/office/drawing/2014/main" id="{0960AC17-B629-7B10-28FD-FDCE6AA264E5}"/>
              </a:ext>
            </a:extLst>
          </p:cNvPr>
          <p:cNvSpPr txBox="1"/>
          <p:nvPr/>
        </p:nvSpPr>
        <p:spPr>
          <a:xfrm>
            <a:off x="6280190" y="6243625"/>
            <a:ext cx="58878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René Stašenko, Ján Poráč, Ján </a:t>
            </a:r>
            <a:r>
              <a:rPr lang="sk-SK" dirty="0" err="1"/>
              <a:t>Kožuško</a:t>
            </a:r>
            <a:endParaRPr lang="sk-SK" dirty="0"/>
          </a:p>
          <a:p>
            <a:r>
              <a:rPr lang="sk-SK" dirty="0"/>
              <a:t>3.SB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89052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Základné funkcie hry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186940"/>
            <a:ext cx="4196358" cy="2594848"/>
          </a:xfrm>
          <a:prstGeom prst="roundRect">
            <a:avLst>
              <a:gd name="adj" fmla="val 1311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4" name="Shape 2"/>
          <p:cNvSpPr/>
          <p:nvPr/>
        </p:nvSpPr>
        <p:spPr>
          <a:xfrm>
            <a:off x="1020604" y="2413754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7770" y="2600801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32101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3 úrovne obtiažnosti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0604" y="3829169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Easy, Medium a Hard – pre rôzne úrovne výzvy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186940"/>
            <a:ext cx="4196358" cy="2594848"/>
          </a:xfrm>
          <a:prstGeom prst="roundRect">
            <a:avLst>
              <a:gd name="adj" fmla="val 1311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9" name="Shape 6"/>
          <p:cNvSpPr/>
          <p:nvPr/>
        </p:nvSpPr>
        <p:spPr>
          <a:xfrm>
            <a:off x="5443776" y="2413754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0942" y="2600801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3776" y="332101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Grafické rozhranie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43776" y="3829169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Intuitívne a prehľadné UI s číslami a ikonami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186940"/>
            <a:ext cx="4196358" cy="2594848"/>
          </a:xfrm>
          <a:prstGeom prst="roundRect">
            <a:avLst>
              <a:gd name="adj" fmla="val 1311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4" name="Shape 10"/>
          <p:cNvSpPr/>
          <p:nvPr/>
        </p:nvSpPr>
        <p:spPr>
          <a:xfrm>
            <a:off x="9866948" y="2413754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54114" y="2600801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6948" y="3321010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Meranie času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66948" y="3829169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Stopár sleduje váš pokrok v reálnom čase</a:t>
            </a:r>
            <a:endParaRPr lang="en-US" sz="1750" dirty="0"/>
          </a:p>
        </p:txBody>
      </p:sp>
      <p:sp>
        <p:nvSpPr>
          <p:cNvPr id="18" name="Shape 13"/>
          <p:cNvSpPr/>
          <p:nvPr/>
        </p:nvSpPr>
        <p:spPr>
          <a:xfrm>
            <a:off x="793790" y="5008602"/>
            <a:ext cx="6407944" cy="2231946"/>
          </a:xfrm>
          <a:prstGeom prst="roundRect">
            <a:avLst>
              <a:gd name="adj" fmla="val 1524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9" name="Shape 14"/>
          <p:cNvSpPr/>
          <p:nvPr/>
        </p:nvSpPr>
        <p:spPr>
          <a:xfrm>
            <a:off x="1020604" y="523541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7770" y="5422463"/>
            <a:ext cx="306110" cy="3061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0604" y="614267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Počítanie mín</a:t>
            </a:r>
            <a:endParaRPr lang="en-US" sz="2300" dirty="0"/>
          </a:p>
        </p:txBody>
      </p:sp>
      <p:sp>
        <p:nvSpPr>
          <p:cNvPr id="22" name="Text 16"/>
          <p:cNvSpPr/>
          <p:nvPr/>
        </p:nvSpPr>
        <p:spPr>
          <a:xfrm>
            <a:off x="1020604" y="6650831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Prehľad o zostávajúcich mínach na hracej ploche</a:t>
            </a:r>
            <a:endParaRPr lang="en-US" sz="1750" dirty="0"/>
          </a:p>
        </p:txBody>
      </p:sp>
      <p:sp>
        <p:nvSpPr>
          <p:cNvPr id="23" name="Shape 17"/>
          <p:cNvSpPr/>
          <p:nvPr/>
        </p:nvSpPr>
        <p:spPr>
          <a:xfrm>
            <a:off x="7428548" y="5008602"/>
            <a:ext cx="6407944" cy="2231946"/>
          </a:xfrm>
          <a:prstGeom prst="roundRect">
            <a:avLst>
              <a:gd name="adj" fmla="val 1524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24" name="Shape 18"/>
          <p:cNvSpPr/>
          <p:nvPr/>
        </p:nvSpPr>
        <p:spPr>
          <a:xfrm>
            <a:off x="7655362" y="523541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42528" y="5422463"/>
            <a:ext cx="306110" cy="30611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55362" y="614267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Stav hry</a:t>
            </a:r>
            <a:endParaRPr lang="en-US" sz="2300" dirty="0"/>
          </a:p>
        </p:txBody>
      </p:sp>
      <p:sp>
        <p:nvSpPr>
          <p:cNvPr id="27" name="Text 20"/>
          <p:cNvSpPr/>
          <p:nvPr/>
        </p:nvSpPr>
        <p:spPr>
          <a:xfrm>
            <a:off x="7655362" y="6650831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Automatická detekcia výhry alebo prehry</a:t>
            </a:r>
            <a:endParaRPr lang="en-US" sz="1750" dirty="0"/>
          </a:p>
        </p:txBody>
      </p:sp>
      <p:pic>
        <p:nvPicPr>
          <p:cNvPr id="28" name="Obrázok 27">
            <a:extLst>
              <a:ext uri="{FF2B5EF4-FFF2-40B4-BE49-F238E27FC236}">
                <a16:creationId xmlns:a16="http://schemas.microsoft.com/office/drawing/2014/main" id="{B3022F24-CF73-9CFC-36F8-BE7EC1D0286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93056" y="1049179"/>
            <a:ext cx="5647968" cy="54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Rozšírené vlastnosti projektu</a:t>
            </a:r>
            <a:endParaRPr lang="en-US" sz="340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86262" y="2288619"/>
            <a:ext cx="6310690" cy="43781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02353" y="1911548"/>
            <a:ext cx="165854" cy="207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PT Serif Light" pitchFamily="34" charset="0"/>
                <a:ea typeface="PT Serif Light" pitchFamily="34" charset="-122"/>
                <a:cs typeface="PT Serif Light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9302353" y="2170509"/>
            <a:ext cx="3742492" cy="22860"/>
          </a:xfrm>
          <a:prstGeom prst="rect">
            <a:avLst/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6" name="Text 3"/>
          <p:cNvSpPr/>
          <p:nvPr/>
        </p:nvSpPr>
        <p:spPr>
          <a:xfrm>
            <a:off x="9302353" y="2299097"/>
            <a:ext cx="2275403" cy="272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Top 15 najlepších časov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302353" y="2692360"/>
            <a:ext cx="3742492" cy="22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Ukladanie a zobrazovanie rebríčka výkonu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302353" y="3167539"/>
            <a:ext cx="165854" cy="207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PT Serif Light" pitchFamily="34" charset="0"/>
                <a:ea typeface="PT Serif Light" pitchFamily="34" charset="-122"/>
                <a:cs typeface="PT Serif Light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302353" y="3426500"/>
            <a:ext cx="3742492" cy="22860"/>
          </a:xfrm>
          <a:prstGeom prst="rect">
            <a:avLst/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9302353" y="3555087"/>
            <a:ext cx="2176820" cy="272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Ovládanie myšou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302353" y="3948351"/>
            <a:ext cx="3742492" cy="45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Plná podpora ľavého, pravého a stredného tlačidla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02353" y="4653201"/>
            <a:ext cx="165854" cy="207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PT Serif Light" pitchFamily="34" charset="0"/>
                <a:ea typeface="PT Serif Light" pitchFamily="34" charset="-122"/>
                <a:cs typeface="PT Serif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302353" y="4912162"/>
            <a:ext cx="3742492" cy="22860"/>
          </a:xfrm>
          <a:prstGeom prst="rect">
            <a:avLst/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9302353" y="5040749"/>
            <a:ext cx="2176820" cy="272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Farebné rozhranie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302353" y="5434013"/>
            <a:ext cx="3742492" cy="22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Použitie farieb a textu pre lepšiu prehľadnosť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02353" y="5909191"/>
            <a:ext cx="165854" cy="207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PT Serif Light" pitchFamily="34" charset="0"/>
                <a:ea typeface="PT Serif Light" pitchFamily="34" charset="-122"/>
                <a:cs typeface="PT Serif Light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302353" y="6168152"/>
            <a:ext cx="3742492" cy="22860"/>
          </a:xfrm>
          <a:prstGeom prst="rect">
            <a:avLst/>
          </a:prstGeom>
          <a:solidFill>
            <a:srgbClr val="E04F0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8" name="Text 15"/>
          <p:cNvSpPr/>
          <p:nvPr/>
        </p:nvSpPr>
        <p:spPr>
          <a:xfrm>
            <a:off x="9302353" y="6296739"/>
            <a:ext cx="2176820" cy="272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Systém nových hier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9302353" y="6690003"/>
            <a:ext cx="3742492" cy="22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Rýchle spustenie novej hry kedykoľvek</a:t>
            </a:r>
            <a:endParaRPr lang="en-US" sz="1300" dirty="0"/>
          </a:p>
        </p:txBody>
      </p:sp>
      <p:pic>
        <p:nvPicPr>
          <p:cNvPr id="20" name="Obrázok 19">
            <a:extLst>
              <a:ext uri="{FF2B5EF4-FFF2-40B4-BE49-F238E27FC236}">
                <a16:creationId xmlns:a16="http://schemas.microsoft.com/office/drawing/2014/main" id="{3E3CD505-9EE3-3E6A-E755-C7A54F0FF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27659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31438" y="3201829"/>
            <a:ext cx="4781074" cy="597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Ovládanie hry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1031438" y="4018836"/>
            <a:ext cx="6210538" cy="1569601"/>
          </a:xfrm>
          <a:prstGeom prst="roundRect">
            <a:avLst>
              <a:gd name="adj" fmla="val 174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5" name="Shape 2"/>
          <p:cNvSpPr/>
          <p:nvPr/>
        </p:nvSpPr>
        <p:spPr>
          <a:xfrm>
            <a:off x="1054298" y="4041696"/>
            <a:ext cx="6164818" cy="546378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0143" y="4178260"/>
            <a:ext cx="273129" cy="2731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6345" y="4734282"/>
            <a:ext cx="239053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Ľavé tlačidlo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1236345" y="5120878"/>
            <a:ext cx="5800725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Odkrytie vybraného políčka a zobrazenie čísla alebo míny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7388185" y="4018836"/>
            <a:ext cx="6210657" cy="1569601"/>
          </a:xfrm>
          <a:prstGeom prst="roundRect">
            <a:avLst>
              <a:gd name="adj" fmla="val 174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Shape 6"/>
          <p:cNvSpPr/>
          <p:nvPr/>
        </p:nvSpPr>
        <p:spPr>
          <a:xfrm>
            <a:off x="7411045" y="4041696"/>
            <a:ext cx="6164937" cy="546378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356890" y="4178260"/>
            <a:ext cx="273129" cy="27312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93092" y="4734282"/>
            <a:ext cx="239053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Pravé tlačidlo</a:t>
            </a:r>
            <a:endParaRPr lang="en-US" sz="1850" dirty="0"/>
          </a:p>
        </p:txBody>
      </p:sp>
      <p:sp>
        <p:nvSpPr>
          <p:cNvPr id="13" name="Text 8"/>
          <p:cNvSpPr/>
          <p:nvPr/>
        </p:nvSpPr>
        <p:spPr>
          <a:xfrm>
            <a:off x="7593092" y="5120878"/>
            <a:ext cx="5800844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Označenie políčka vlajkou – užitočné pre označenie mín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031438" y="5734645"/>
            <a:ext cx="6210538" cy="1569601"/>
          </a:xfrm>
          <a:prstGeom prst="roundRect">
            <a:avLst>
              <a:gd name="adj" fmla="val 174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Shape 10"/>
          <p:cNvSpPr/>
          <p:nvPr/>
        </p:nvSpPr>
        <p:spPr>
          <a:xfrm>
            <a:off x="1054298" y="5757505"/>
            <a:ext cx="6164818" cy="546378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0143" y="5894070"/>
            <a:ext cx="273129" cy="27312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6345" y="6450092"/>
            <a:ext cx="245649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Stredné / kombinované</a:t>
            </a:r>
            <a:endParaRPr lang="en-US" sz="1850" dirty="0"/>
          </a:p>
        </p:txBody>
      </p:sp>
      <p:sp>
        <p:nvSpPr>
          <p:cNvPr id="18" name="Text 12"/>
          <p:cNvSpPr/>
          <p:nvPr/>
        </p:nvSpPr>
        <p:spPr>
          <a:xfrm>
            <a:off x="1236345" y="6836688"/>
            <a:ext cx="5800725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Rýchle odkrytie – ak označíte všetky mín okolo, odkryje sa ostatné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7388185" y="5734645"/>
            <a:ext cx="6210657" cy="1569601"/>
          </a:xfrm>
          <a:prstGeom prst="roundRect">
            <a:avLst>
              <a:gd name="adj" fmla="val 174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4"/>
          <p:cNvSpPr/>
          <p:nvPr/>
        </p:nvSpPr>
        <p:spPr>
          <a:xfrm>
            <a:off x="7411045" y="5757505"/>
            <a:ext cx="6164937" cy="546378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56890" y="5894070"/>
            <a:ext cx="273129" cy="27312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93092" y="6450092"/>
            <a:ext cx="239053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F2 / ESC / Smajlík</a:t>
            </a:r>
            <a:endParaRPr lang="en-US" sz="1850" dirty="0"/>
          </a:p>
        </p:txBody>
      </p:sp>
      <p:sp>
        <p:nvSpPr>
          <p:cNvPr id="23" name="Text 16"/>
          <p:cNvSpPr/>
          <p:nvPr/>
        </p:nvSpPr>
        <p:spPr>
          <a:xfrm>
            <a:off x="7593092" y="6836688"/>
            <a:ext cx="5800844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40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Spustenie novej hry v ľubovoľnom okamihu</a:t>
            </a:r>
            <a:endParaRPr lang="en-US" sz="1400" dirty="0"/>
          </a:p>
        </p:txBody>
      </p:sp>
      <p:pic>
        <p:nvPicPr>
          <p:cNvPr id="24" name="Obrázok 23">
            <a:extLst>
              <a:ext uri="{FF2B5EF4-FFF2-40B4-BE49-F238E27FC236}">
                <a16:creationId xmlns:a16="http://schemas.microsoft.com/office/drawing/2014/main" id="{5585CC76-F727-0DDC-C459-473095AB202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3913" y="683181"/>
            <a:ext cx="4938951" cy="617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8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Štruktúra projektu</a:t>
            </a:r>
            <a:endParaRPr lang="en-US" sz="3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13" y="1718310"/>
            <a:ext cx="940713" cy="11288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597" y="1906429"/>
            <a:ext cx="24694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main.py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1920597" y="2371011"/>
            <a:ext cx="718125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Spustenie hry a hlavný vstupný bod aplikácie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13" y="2847142"/>
            <a:ext cx="940713" cy="11288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920597" y="3035260"/>
            <a:ext cx="24694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engine.py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1920597" y="3499842"/>
            <a:ext cx="718125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Herná logika a správa stavu hry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913" y="3975973"/>
            <a:ext cx="940713" cy="11288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920597" y="4164092"/>
            <a:ext cx="24694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ui.py</a:t>
            </a:r>
            <a:endParaRPr lang="en-US" sz="1900" dirty="0"/>
          </a:p>
        </p:txBody>
      </p:sp>
      <p:sp>
        <p:nvSpPr>
          <p:cNvPr id="11" name="Text 6"/>
          <p:cNvSpPr/>
          <p:nvPr/>
        </p:nvSpPr>
        <p:spPr>
          <a:xfrm>
            <a:off x="1920597" y="4628674"/>
            <a:ext cx="718125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Grafické rozhranie a ovládanie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913" y="5104805"/>
            <a:ext cx="940713" cy="11288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920597" y="5292923"/>
            <a:ext cx="24694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scores.json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1920597" y="5757505"/>
            <a:ext cx="718125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Uložené skóre a rebríček najlepších časov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913" y="6233636"/>
            <a:ext cx="940713" cy="11288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920597" y="6421755"/>
            <a:ext cx="246947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README.md</a:t>
            </a:r>
            <a:endParaRPr lang="en-US" sz="1900" dirty="0"/>
          </a:p>
        </p:txBody>
      </p:sp>
      <p:sp>
        <p:nvSpPr>
          <p:cNvPr id="17" name="Text 10"/>
          <p:cNvSpPr/>
          <p:nvPr/>
        </p:nvSpPr>
        <p:spPr>
          <a:xfrm>
            <a:off x="1920597" y="6886337"/>
            <a:ext cx="718125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Dokumentácia a inštrukcie na spustenie</a:t>
            </a:r>
            <a:endParaRPr lang="en-US" sz="1450" dirty="0"/>
          </a:p>
        </p:txBody>
      </p:sp>
      <p:pic>
        <p:nvPicPr>
          <p:cNvPr id="18" name="Imag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315200" y="1906429"/>
            <a:ext cx="6364855" cy="4240585"/>
          </a:xfrm>
          <a:prstGeom prst="rect">
            <a:avLst/>
          </a:prstGeom>
        </p:spPr>
      </p:pic>
      <p:pic>
        <p:nvPicPr>
          <p:cNvPr id="19" name="Obrázok 18">
            <a:extLst>
              <a:ext uri="{FF2B5EF4-FFF2-40B4-BE49-F238E27FC236}">
                <a16:creationId xmlns:a16="http://schemas.microsoft.com/office/drawing/2014/main" id="{F3A7ED80-0078-5FC7-F2B9-9700519F54F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62739"/>
            <a:ext cx="720566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dirty="0">
                <a:solidFill>
                  <a:srgbClr val="020202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Triedy a spustenie projektu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160627"/>
            <a:ext cx="6407944" cy="1324689"/>
          </a:xfrm>
          <a:prstGeom prst="roundRect">
            <a:avLst>
              <a:gd name="adj" fmla="val 25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1020604" y="238744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MinesweeperEngine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20604" y="2895600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Logika hry a správa herného stavu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428548" y="2160627"/>
            <a:ext cx="6408063" cy="1324689"/>
          </a:xfrm>
          <a:prstGeom prst="roundRect">
            <a:avLst>
              <a:gd name="adj" fmla="val 25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7" name="Text 5"/>
          <p:cNvSpPr/>
          <p:nvPr/>
        </p:nvSpPr>
        <p:spPr>
          <a:xfrm>
            <a:off x="7655362" y="238744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Difficulty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655362" y="2895600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Konfigurácia rôznych úrovní obtiažnosti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3712131"/>
            <a:ext cx="6407944" cy="1324689"/>
          </a:xfrm>
          <a:prstGeom prst="roundRect">
            <a:avLst>
              <a:gd name="adj" fmla="val 25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0" name="Text 8"/>
          <p:cNvSpPr/>
          <p:nvPr/>
        </p:nvSpPr>
        <p:spPr>
          <a:xfrm>
            <a:off x="1020604" y="3938945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ScoreManager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20604" y="4447103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Správa a ukladanie skóre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3712131"/>
            <a:ext cx="6408063" cy="1324689"/>
          </a:xfrm>
          <a:prstGeom prst="roundRect">
            <a:avLst>
              <a:gd name="adj" fmla="val 2568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3" name="Text 11"/>
          <p:cNvSpPr/>
          <p:nvPr/>
        </p:nvSpPr>
        <p:spPr>
          <a:xfrm>
            <a:off x="7655362" y="3938945"/>
            <a:ext cx="332291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83838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MinesweeperPygameApp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655362" y="4447103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83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 aplikácia a grafické rozhranie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405351"/>
            <a:ext cx="13042821" cy="35957"/>
          </a:xfrm>
          <a:prstGeom prst="rect">
            <a:avLst/>
          </a:prstGeom>
          <a:solidFill>
            <a:srgbClr val="383838">
              <a:alpha val="50000"/>
            </a:srgbClr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6" name="Shape 14"/>
          <p:cNvSpPr/>
          <p:nvPr/>
        </p:nvSpPr>
        <p:spPr>
          <a:xfrm>
            <a:off x="793790" y="5696426"/>
            <a:ext cx="13042821" cy="1570315"/>
          </a:xfrm>
          <a:prstGeom prst="roundRect">
            <a:avLst>
              <a:gd name="adj" fmla="val 2167"/>
            </a:avLst>
          </a:prstGeom>
          <a:solidFill>
            <a:srgbClr val="FFCDB3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016585"/>
            <a:ext cx="372070" cy="2976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19488" y="597991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Spustenie projektu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1619488" y="6578798"/>
            <a:ext cx="11990308" cy="37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Otvorte projekt v PyCharm → nainštalujte PyGame pomocou </a:t>
            </a:r>
            <a:r>
              <a:rPr lang="en-US" sz="175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pygame</a:t>
            </a:r>
            <a:r>
              <a:rPr lang="en-US" sz="17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→ spustite </a:t>
            </a:r>
            <a:r>
              <a:rPr lang="en-US" sz="175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r>
              <a:rPr lang="en-US" sz="175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 začnite hrať!</a:t>
            </a:r>
            <a:endParaRPr lang="en-US" sz="1750" dirty="0"/>
          </a:p>
        </p:txBody>
      </p:sp>
      <p:pic>
        <p:nvPicPr>
          <p:cNvPr id="20" name="Obrázok 19">
            <a:extLst>
              <a:ext uri="{FF2B5EF4-FFF2-40B4-BE49-F238E27FC236}">
                <a16:creationId xmlns:a16="http://schemas.microsoft.com/office/drawing/2014/main" id="{F81310A3-E395-51DD-183C-FAF09CF7A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7356" y="7728464"/>
            <a:ext cx="1703256" cy="4001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279</Words>
  <Application>Microsoft Office PowerPoint</Application>
  <PresentationFormat>Vlastná</PresentationFormat>
  <Paragraphs>65</Paragraphs>
  <Slides>6</Slides>
  <Notes>6</Notes>
  <HiddenSlides>0</HiddenSlides>
  <MMClips>0</MMClips>
  <ScaleCrop>false</ScaleCrop>
  <HeadingPairs>
    <vt:vector size="6" baseType="variant">
      <vt:variant>
        <vt:lpstr>Použité písma</vt:lpstr>
      </vt:variant>
      <vt:variant>
        <vt:i4>5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6</vt:i4>
      </vt:variant>
    </vt:vector>
  </HeadingPairs>
  <TitlesOfParts>
    <vt:vector size="12" baseType="lpstr">
      <vt:lpstr>PT Serif</vt:lpstr>
      <vt:lpstr>Arial</vt:lpstr>
      <vt:lpstr>PT Serif Light</vt:lpstr>
      <vt:lpstr>DM Sans</vt:lpstr>
      <vt:lpstr>Consolas</vt:lpstr>
      <vt:lpstr>Office Theme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René Stašenko</dc:creator>
  <cp:lastModifiedBy>Stašenko René</cp:lastModifiedBy>
  <cp:revision>2</cp:revision>
  <dcterms:created xsi:type="dcterms:W3CDTF">2026-02-02T21:40:59Z</dcterms:created>
  <dcterms:modified xsi:type="dcterms:W3CDTF">2026-02-02T21:53:20Z</dcterms:modified>
</cp:coreProperties>
</file>