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12192000"/>
  <p:embeddedFontLst>
    <p:embeddedFont>
      <p:font typeface="Roboto" panose="02000000000000000000" pitchFamily="2" charset="0"/>
      <p:regular r:id="rId9"/>
    </p:embeddedFont>
    <p:embeddedFont>
      <p:font typeface="Roboto Mono Medium" panose="00000009000000000000" pitchFamily="49" charset="0"/>
      <p:regular r:id="rId10"/>
    </p:embeddedFont>
  </p:embeddedFontLst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8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559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3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224293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Minesweeper Multiplayer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07705"/>
            <a:ext cx="487000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Projekt v jazyku Python s grafickým rozhraním Pygame. Podpora </a:t>
            </a:r>
            <a:r>
              <a:rPr lang="en-US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Singleplayer</a:t>
            </a: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Multiplayer režimu — cieľom je odkryť všetky bezpečné políčka bez kliknutia na mínu.</a:t>
            </a:r>
            <a:endParaRPr lang="en-US" sz="1450" dirty="0"/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AD9584A3-1D30-E4C8-A5CB-7D7BFDA90EB8}"/>
              </a:ext>
            </a:extLst>
          </p:cNvPr>
          <p:cNvSpPr txBox="1"/>
          <p:nvPr/>
        </p:nvSpPr>
        <p:spPr>
          <a:xfrm>
            <a:off x="661475" y="4962985"/>
            <a:ext cx="2857388" cy="315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145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Stašenko, Poráč, </a:t>
            </a:r>
            <a:r>
              <a:rPr lang="sk-SK" sz="145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Kožuško</a:t>
            </a:r>
            <a:endParaRPr lang="sk-SK" sz="145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Obrázok 8" descr="Obrázok, na ktorom je text, snímka obrazovky, softvér, multimediálny softvér&#10;&#10;Automaticky generovaný popis">
            <a:extLst>
              <a:ext uri="{FF2B5EF4-FFF2-40B4-BE49-F238E27FC236}">
                <a16:creationId xmlns:a16="http://schemas.microsoft.com/office/drawing/2014/main" id="{F002E150-81B2-6999-488E-2EFCA32F7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104" y="1081825"/>
            <a:ext cx="6096045" cy="4848260"/>
          </a:xfrm>
          <a:prstGeom prst="rect">
            <a:avLst/>
          </a:prstGeom>
        </p:spPr>
      </p:pic>
      <p:pic>
        <p:nvPicPr>
          <p:cNvPr id="11" name="Obrázok 10">
            <a:extLst>
              <a:ext uri="{FF2B5EF4-FFF2-40B4-BE49-F238E27FC236}">
                <a16:creationId xmlns:a16="http://schemas.microsoft.com/office/drawing/2014/main" id="{DC67471E-3BF8-7DCD-8A32-513CAE4C6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475" y="6512742"/>
            <a:ext cx="1143526" cy="2797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8834"/>
            <a:ext cx="6506107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Hlavné vlastnosti programu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383209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 rozširuje klasický Minesweeper o online prvky a komunikáciu medzi hráčmi.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1736923"/>
            <a:ext cx="5373851" cy="1403449"/>
          </a:xfrm>
          <a:prstGeom prst="roundRect">
            <a:avLst>
              <a:gd name="adj" fmla="val 1616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Shape 3"/>
          <p:cNvSpPr/>
          <p:nvPr/>
        </p:nvSpPr>
        <p:spPr>
          <a:xfrm>
            <a:off x="812680" y="1888133"/>
            <a:ext cx="453617" cy="453628"/>
          </a:xfrm>
          <a:prstGeom prst="roundRect">
            <a:avLst>
              <a:gd name="adj" fmla="val 16796212"/>
            </a:avLst>
          </a:prstGeom>
          <a:solidFill>
            <a:srgbClr val="DCFF50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395" y="2012851"/>
            <a:ext cx="204088" cy="2040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680" y="2462709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Singleplayer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12680" y="2771477"/>
            <a:ext cx="507144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Klasická hra proti časom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56270" y="1736923"/>
            <a:ext cx="5373950" cy="1403449"/>
          </a:xfrm>
          <a:prstGeom prst="roundRect">
            <a:avLst>
              <a:gd name="adj" fmla="val 1616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0" name="Shape 7"/>
          <p:cNvSpPr/>
          <p:nvPr/>
        </p:nvSpPr>
        <p:spPr>
          <a:xfrm>
            <a:off x="6307476" y="1888133"/>
            <a:ext cx="453617" cy="453628"/>
          </a:xfrm>
          <a:prstGeom prst="roundRect">
            <a:avLst>
              <a:gd name="adj" fmla="val 16796212"/>
            </a:avLst>
          </a:prstGeom>
          <a:solidFill>
            <a:srgbClr val="DCFF50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2191" y="2012851"/>
            <a:ext cx="204088" cy="2040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07476" y="2462709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Multiplayer LAN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307476" y="2771477"/>
            <a:ext cx="507153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Hra cez lokálnu sieť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61475" y="3261320"/>
            <a:ext cx="5373851" cy="1403449"/>
          </a:xfrm>
          <a:prstGeom prst="roundRect">
            <a:avLst>
              <a:gd name="adj" fmla="val 1616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5" name="Shape 11"/>
          <p:cNvSpPr/>
          <p:nvPr/>
        </p:nvSpPr>
        <p:spPr>
          <a:xfrm>
            <a:off x="812680" y="3412530"/>
            <a:ext cx="453617" cy="453628"/>
          </a:xfrm>
          <a:prstGeom prst="roundRect">
            <a:avLst>
              <a:gd name="adj" fmla="val 16796212"/>
            </a:avLst>
          </a:prstGeom>
          <a:solidFill>
            <a:srgbClr val="DCFF50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7395" y="3537248"/>
            <a:ext cx="204088" cy="2040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2680" y="3987105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Integrovaný chat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12680" y="4295874"/>
            <a:ext cx="507144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Komunikácia medzi hráčmi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56270" y="3261320"/>
            <a:ext cx="5373950" cy="1403449"/>
          </a:xfrm>
          <a:prstGeom prst="roundRect">
            <a:avLst>
              <a:gd name="adj" fmla="val 1616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0" name="Shape 15"/>
          <p:cNvSpPr/>
          <p:nvPr/>
        </p:nvSpPr>
        <p:spPr>
          <a:xfrm>
            <a:off x="6307476" y="3412530"/>
            <a:ext cx="453617" cy="453628"/>
          </a:xfrm>
          <a:prstGeom prst="roundRect">
            <a:avLst>
              <a:gd name="adj" fmla="val 16796212"/>
            </a:avLst>
          </a:prstGeom>
          <a:solidFill>
            <a:srgbClr val="DCFF50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32191" y="3537248"/>
            <a:ext cx="204088" cy="2040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07476" y="3987105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Rekordy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307476" y="4295874"/>
            <a:ext cx="507153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Najlepšie časy a skóre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61475" y="4785717"/>
            <a:ext cx="5373851" cy="1403449"/>
          </a:xfrm>
          <a:prstGeom prst="roundRect">
            <a:avLst>
              <a:gd name="adj" fmla="val 1616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5" name="Shape 19"/>
          <p:cNvSpPr/>
          <p:nvPr/>
        </p:nvSpPr>
        <p:spPr>
          <a:xfrm>
            <a:off x="812680" y="4936927"/>
            <a:ext cx="453617" cy="453628"/>
          </a:xfrm>
          <a:prstGeom prst="roundRect">
            <a:avLst>
              <a:gd name="adj" fmla="val 16796212"/>
            </a:avLst>
          </a:prstGeom>
          <a:solidFill>
            <a:srgbClr val="DCFF50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7395" y="5061645"/>
            <a:ext cx="204088" cy="2040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12680" y="5511502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Obtiažnosť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812680" y="5820271"/>
            <a:ext cx="507144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Viac úrovní náročnosti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156270" y="4785717"/>
            <a:ext cx="5373950" cy="1403449"/>
          </a:xfrm>
          <a:prstGeom prst="roundRect">
            <a:avLst>
              <a:gd name="adj" fmla="val 1616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0" name="Shape 23"/>
          <p:cNvSpPr/>
          <p:nvPr/>
        </p:nvSpPr>
        <p:spPr>
          <a:xfrm>
            <a:off x="6307476" y="4936927"/>
            <a:ext cx="453617" cy="453628"/>
          </a:xfrm>
          <a:prstGeom prst="roundRect">
            <a:avLst>
              <a:gd name="adj" fmla="val 16796212"/>
            </a:avLst>
          </a:prstGeom>
          <a:solidFill>
            <a:srgbClr val="DCFF50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32191" y="5061645"/>
            <a:ext cx="204088" cy="2040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307476" y="5511502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Lobby systém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6307476" y="5820271"/>
            <a:ext cx="507153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Vytváranie a pripájanie</a:t>
            </a:r>
            <a:endParaRPr lang="en-US" sz="1150" dirty="0"/>
          </a:p>
        </p:txBody>
      </p:sp>
      <p:pic>
        <p:nvPicPr>
          <p:cNvPr id="34" name="Obrázok 33">
            <a:extLst>
              <a:ext uri="{FF2B5EF4-FFF2-40B4-BE49-F238E27FC236}">
                <a16:creationId xmlns:a16="http://schemas.microsoft.com/office/drawing/2014/main" id="{B8F3FB08-BB7D-151F-D092-6830970782B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48475" y="6512742"/>
            <a:ext cx="1143526" cy="2797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2080"/>
            <a:ext cx="392658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Štruktúra projektu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747816"/>
            <a:ext cx="5146542" cy="1520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Projekt je rozdelený do piatich modulov, každý zodpovedá za konkrétnu oblasť — od spustenia programu cez grafické rozhranie, hernú logiku až po sieťovú komunikáciu a multiplayer server.</a:t>
            </a:r>
            <a:endParaRPr lang="en-US" sz="2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775" y="4820146"/>
            <a:ext cx="2670009" cy="6730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5103" y="4955679"/>
            <a:ext cx="153576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CFF5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main.py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35103" y="5195491"/>
            <a:ext cx="234815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Spustenie programu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5854" y="4820146"/>
            <a:ext cx="2670108" cy="6730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572183" y="4955679"/>
            <a:ext cx="153576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CFF5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ui.py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572183" y="5195491"/>
            <a:ext cx="234825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Grafické rozhranie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3033" y="4820146"/>
            <a:ext cx="2670009" cy="6730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09361" y="4955679"/>
            <a:ext cx="153576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CFF5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engine.py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309361" y="5195491"/>
            <a:ext cx="234815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Herná logika</a:t>
            </a:r>
            <a:endParaRPr lang="en-US" sz="9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60112" y="4820146"/>
            <a:ext cx="2670108" cy="67300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046440" y="4955679"/>
            <a:ext cx="153576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CFF5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network.py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9046440" y="5195491"/>
            <a:ext cx="234825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Sieťová komunikácia</a:t>
            </a:r>
            <a:endParaRPr lang="en-US" sz="9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775" y="5572919"/>
            <a:ext cx="2670009" cy="67300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35103" y="5708452"/>
            <a:ext cx="153576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CFF5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server.py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835103" y="5948263"/>
            <a:ext cx="234815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Multiplayer server</a:t>
            </a:r>
            <a:endParaRPr lang="en-US" sz="950" dirty="0"/>
          </a:p>
        </p:txBody>
      </p:sp>
      <p:pic>
        <p:nvPicPr>
          <p:cNvPr id="21" name="Obrázok 20">
            <a:extLst>
              <a:ext uri="{FF2B5EF4-FFF2-40B4-BE49-F238E27FC236}">
                <a16:creationId xmlns:a16="http://schemas.microsoft.com/office/drawing/2014/main" id="{2251B270-18AC-880A-F4DE-7CEB086015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3033" y="1098583"/>
            <a:ext cx="5572166" cy="2819421"/>
          </a:xfrm>
          <a:prstGeom prst="rect">
            <a:avLst/>
          </a:prstGeom>
        </p:spPr>
      </p:pic>
      <p:pic>
        <p:nvPicPr>
          <p:cNvPr id="22" name="Obrázok 21">
            <a:extLst>
              <a:ext uri="{FF2B5EF4-FFF2-40B4-BE49-F238E27FC236}">
                <a16:creationId xmlns:a16="http://schemas.microsoft.com/office/drawing/2014/main" id="{2CC458F5-4B12-B1E3-9DB9-361597A487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8475" y="6512742"/>
            <a:ext cx="1143526" cy="2797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3151"/>
            <a:ext cx="415359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Herný engine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58788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Engine obsahuje všetky pravidlá hry a spracováva akcie hráča.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576784"/>
            <a:ext cx="567021" cy="850602"/>
          </a:xfrm>
          <a:prstGeom prst="roundRect">
            <a:avLst>
              <a:gd name="adj" fmla="val 360022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Text 3"/>
          <p:cNvSpPr/>
          <p:nvPr/>
        </p:nvSpPr>
        <p:spPr>
          <a:xfrm>
            <a:off x="838675" y="1869182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34756" y="1718469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Generovanie mín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34756" y="2003623"/>
            <a:ext cx="1019546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Náhodné rozmiestnenie podľa obtiažnosti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1475" y="2533650"/>
            <a:ext cx="567021" cy="850602"/>
          </a:xfrm>
          <a:prstGeom prst="roundRect">
            <a:avLst>
              <a:gd name="adj" fmla="val 360022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9" name="Text 7"/>
          <p:cNvSpPr/>
          <p:nvPr/>
        </p:nvSpPr>
        <p:spPr>
          <a:xfrm>
            <a:off x="838675" y="282604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34756" y="2675334"/>
            <a:ext cx="19130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Bezpečný prvý klik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34756" y="2960489"/>
            <a:ext cx="1019546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Prvé políčko nikdy neobsahuje mínu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1475" y="3490516"/>
            <a:ext cx="567021" cy="850602"/>
          </a:xfrm>
          <a:prstGeom prst="roundRect">
            <a:avLst>
              <a:gd name="adj" fmla="val 360022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3" name="Text 11"/>
          <p:cNvSpPr/>
          <p:nvPr/>
        </p:nvSpPr>
        <p:spPr>
          <a:xfrm>
            <a:off x="838675" y="3782913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34756" y="3632200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Odkrývanie polí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34756" y="3917355"/>
            <a:ext cx="1019546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Rekurzívne odhaľovanie prázdnych oblastí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1475" y="4447381"/>
            <a:ext cx="567021" cy="850602"/>
          </a:xfrm>
          <a:prstGeom prst="roundRect">
            <a:avLst>
              <a:gd name="adj" fmla="val 360022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7" name="Text 15"/>
          <p:cNvSpPr/>
          <p:nvPr/>
        </p:nvSpPr>
        <p:spPr>
          <a:xfrm>
            <a:off x="838675" y="4739779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334756" y="4589066"/>
            <a:ext cx="21256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Označovanie vlajkami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34756" y="4874220"/>
            <a:ext cx="1019546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Pravý klik pre označenie míny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1475" y="5404247"/>
            <a:ext cx="567021" cy="850602"/>
          </a:xfrm>
          <a:prstGeom prst="roundRect">
            <a:avLst>
              <a:gd name="adj" fmla="val 360022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1" name="Text 19"/>
          <p:cNvSpPr/>
          <p:nvPr/>
        </p:nvSpPr>
        <p:spPr>
          <a:xfrm>
            <a:off x="838675" y="5696645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334756" y="5545931"/>
            <a:ext cx="24444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Kontrola výhry / prehry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34756" y="5831086"/>
            <a:ext cx="1019546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Detekcia konca hry a vyhodnotenie</a:t>
            </a:r>
            <a:endParaRPr lang="en-US" sz="1100" dirty="0"/>
          </a:p>
        </p:txBody>
      </p:sp>
      <p:pic>
        <p:nvPicPr>
          <p:cNvPr id="24" name="Obrázok 23">
            <a:extLst>
              <a:ext uri="{FF2B5EF4-FFF2-40B4-BE49-F238E27FC236}">
                <a16:creationId xmlns:a16="http://schemas.microsoft.com/office/drawing/2014/main" id="{3820DF7E-60A5-AAF7-F8A3-4C863DDD5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475" y="6512742"/>
            <a:ext cx="1143526" cy="279799"/>
          </a:xfrm>
          <a:prstGeom prst="rect">
            <a:avLst/>
          </a:prstGeom>
        </p:spPr>
      </p:pic>
      <p:pic>
        <p:nvPicPr>
          <p:cNvPr id="26" name="Obrázok 25">
            <a:extLst>
              <a:ext uri="{FF2B5EF4-FFF2-40B4-BE49-F238E27FC236}">
                <a16:creationId xmlns:a16="http://schemas.microsoft.com/office/drawing/2014/main" id="{C0D61C8A-CA21-AC35-32E0-9898B2AB7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187" y="1161643"/>
            <a:ext cx="6169138" cy="49411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4715"/>
            <a:ext cx="520300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Multiplayer systém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8002189" y="1633637"/>
            <a:ext cx="353428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Hráči môžu hrať spoločne v jednej sieti a vidia </a:t>
            </a:r>
            <a:r>
              <a:rPr lang="en-US" sz="13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rovnaký stav hry v reálnom čase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5985" y="2328218"/>
            <a:ext cx="255085" cy="2550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54923" y="2323009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TCP komunikácia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8554923" y="2741811"/>
            <a:ext cx="298154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Spoliehavý prenos herných dát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5985" y="3311773"/>
            <a:ext cx="255085" cy="2550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54923" y="3306564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UDP vyhľadávanie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8554923" y="3725366"/>
            <a:ext cx="298154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Automatické nájdenie serverov v sieti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5985" y="4295329"/>
            <a:ext cx="255085" cy="2550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54923" y="4290120"/>
            <a:ext cx="280583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Lobby &amp; synchronizácia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8554923" y="4708922"/>
            <a:ext cx="298154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Zdieľaný stav hry pre všetkých hráčov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5985" y="5278884"/>
            <a:ext cx="255085" cy="25509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554923" y="5273675"/>
            <a:ext cx="216807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Chat medzi hráčmi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8554923" y="5692477"/>
            <a:ext cx="298154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Textová komunikácia počas hry</a:t>
            </a:r>
            <a:endParaRPr lang="en-US" sz="1300" dirty="0"/>
          </a:p>
        </p:txBody>
      </p:sp>
      <p:pic>
        <p:nvPicPr>
          <p:cNvPr id="18" name="Obrázok 17">
            <a:extLst>
              <a:ext uri="{FF2B5EF4-FFF2-40B4-BE49-F238E27FC236}">
                <a16:creationId xmlns:a16="http://schemas.microsoft.com/office/drawing/2014/main" id="{7880A54A-5B12-E393-2552-629B9BBDC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071" y="1616660"/>
            <a:ext cx="6848327" cy="4734539"/>
          </a:xfrm>
          <a:prstGeom prst="rect">
            <a:avLst/>
          </a:prstGeom>
        </p:spPr>
      </p:pic>
      <p:pic>
        <p:nvPicPr>
          <p:cNvPr id="19" name="Obrázok 18">
            <a:extLst>
              <a:ext uri="{FF2B5EF4-FFF2-40B4-BE49-F238E27FC236}">
                <a16:creationId xmlns:a16="http://schemas.microsoft.com/office/drawing/2014/main" id="{1430AB2E-E450-BC0F-45E3-E47CBAE93E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8475" y="6512742"/>
            <a:ext cx="1143526" cy="279799"/>
          </a:xfrm>
          <a:prstGeom prst="rect">
            <a:avLst/>
          </a:prstGeom>
        </p:spPr>
      </p:pic>
      <p:pic>
        <p:nvPicPr>
          <p:cNvPr id="20" name="Obrázok 19">
            <a:extLst>
              <a:ext uri="{FF2B5EF4-FFF2-40B4-BE49-F238E27FC236}">
                <a16:creationId xmlns:a16="http://schemas.microsoft.com/office/drawing/2014/main" id="{F5394D1B-6001-E885-BD13-A0D830BC49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8475" y="6500886"/>
            <a:ext cx="1143526" cy="2797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3360" y="520105"/>
            <a:ext cx="4626157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Zhrnutie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5297214" y="1226939"/>
            <a:ext cx="6233006" cy="898227"/>
          </a:xfrm>
          <a:prstGeom prst="roundRect">
            <a:avLst>
              <a:gd name="adj" fmla="val 2683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Text 2"/>
          <p:cNvSpPr/>
          <p:nvPr/>
        </p:nvSpPr>
        <p:spPr>
          <a:xfrm>
            <a:off x="5393992" y="1387574"/>
            <a:ext cx="2008236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🎮</a:t>
            </a:r>
            <a:r>
              <a:rPr lang="en-US" sz="15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Funkčná hra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393992" y="1726803"/>
            <a:ext cx="59755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Kompletná implementácia Minesweeper s pravidlami a logikou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297214" y="2261691"/>
            <a:ext cx="6233006" cy="898227"/>
          </a:xfrm>
          <a:prstGeom prst="roundRect">
            <a:avLst>
              <a:gd name="adj" fmla="val 2683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8" name="Text 5"/>
          <p:cNvSpPr/>
          <p:nvPr/>
        </p:nvSpPr>
        <p:spPr>
          <a:xfrm>
            <a:off x="5393992" y="2422327"/>
            <a:ext cx="2779345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🌐</a:t>
            </a:r>
            <a:r>
              <a:rPr lang="en-US" sz="15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Single + Multiplayer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393992" y="2761555"/>
            <a:ext cx="59755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Podpora oboch režimov s LAN synchronizáciou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297214" y="3296444"/>
            <a:ext cx="6233006" cy="898227"/>
          </a:xfrm>
          <a:prstGeom prst="roundRect">
            <a:avLst>
              <a:gd name="adj" fmla="val 2683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1" name="Text 8"/>
          <p:cNvSpPr/>
          <p:nvPr/>
        </p:nvSpPr>
        <p:spPr>
          <a:xfrm>
            <a:off x="5393992" y="3457079"/>
            <a:ext cx="3020242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🏗️</a:t>
            </a:r>
            <a:r>
              <a:rPr lang="en-US" sz="15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Prehľadná architektúra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393992" y="3796308"/>
            <a:ext cx="59755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Modulárny dizajn s jasne oddelenými zodpovednosťami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297214" y="4331196"/>
            <a:ext cx="6233006" cy="898227"/>
          </a:xfrm>
          <a:prstGeom prst="roundRect">
            <a:avLst>
              <a:gd name="adj" fmla="val 2683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4" name="Text 11"/>
          <p:cNvSpPr/>
          <p:nvPr/>
        </p:nvSpPr>
        <p:spPr>
          <a:xfrm>
            <a:off x="5393992" y="4491831"/>
            <a:ext cx="2658897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🚀</a:t>
            </a:r>
            <a:r>
              <a:rPr lang="en-US" sz="15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Moderné technológie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393992" y="4831060"/>
            <a:ext cx="59755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Python, Pygame, siete a OOP v praxi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297214" y="5383014"/>
            <a:ext cx="6233006" cy="801291"/>
          </a:xfrm>
          <a:prstGeom prst="roundRect">
            <a:avLst>
              <a:gd name="adj" fmla="val 3008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992" y="5601891"/>
            <a:ext cx="200814" cy="16063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55436" y="5545931"/>
            <a:ext cx="561415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Projekt demonštruje využitie programovania hier, práce so sieťami a objektovo orientovaného programovania v jazyku Python.</a:t>
            </a:r>
            <a:endParaRPr lang="en-US" sz="1250" dirty="0"/>
          </a:p>
        </p:txBody>
      </p:sp>
      <p:pic>
        <p:nvPicPr>
          <p:cNvPr id="19" name="Obrázok 18">
            <a:extLst>
              <a:ext uri="{FF2B5EF4-FFF2-40B4-BE49-F238E27FC236}">
                <a16:creationId xmlns:a16="http://schemas.microsoft.com/office/drawing/2014/main" id="{C7F3E4C5-0C3D-0E43-40C4-899CC21A6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475" y="6512742"/>
            <a:ext cx="1143526" cy="279799"/>
          </a:xfrm>
          <a:prstGeom prst="rect">
            <a:avLst/>
          </a:prstGeom>
        </p:spPr>
      </p:pic>
      <p:pic>
        <p:nvPicPr>
          <p:cNvPr id="21" name="Obrázok 20" descr="Obrázok, na ktorom je ošatenie, chlap, osoba, text&#10;&#10;Automaticky generovaný popis">
            <a:extLst>
              <a:ext uri="{FF2B5EF4-FFF2-40B4-BE49-F238E27FC236}">
                <a16:creationId xmlns:a16="http://schemas.microsoft.com/office/drawing/2014/main" id="{BBB38EF3-E846-201D-2453-4A1B464DD3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51" y="1537542"/>
            <a:ext cx="4880795" cy="40964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300</Words>
  <Application>Microsoft Office PowerPoint</Application>
  <PresentationFormat>Širokouhlá</PresentationFormat>
  <Paragraphs>72</Paragraphs>
  <Slides>6</Slides>
  <Notes>6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6</vt:i4>
      </vt:variant>
    </vt:vector>
  </HeadingPairs>
  <TitlesOfParts>
    <vt:vector size="10" baseType="lpstr">
      <vt:lpstr>Roboto Mono Medium</vt:lpstr>
      <vt:lpstr>Roboto</vt:lpstr>
      <vt:lpstr>Arial</vt:lpstr>
      <vt:lpstr>Office Theme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René Stašenko</dc:creator>
  <cp:lastModifiedBy>Stašenko René</cp:lastModifiedBy>
  <cp:revision>3</cp:revision>
  <dcterms:created xsi:type="dcterms:W3CDTF">2026-06-07T21:18:08Z</dcterms:created>
  <dcterms:modified xsi:type="dcterms:W3CDTF">2026-06-07T21:56:39Z</dcterms:modified>
</cp:coreProperties>
</file>